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100617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100617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4100617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4100617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4100617d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4100617d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4100617d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4100617d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4100617d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4100617d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4100617d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4100617d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4100617d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4100617d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4100617d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4100617d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100617d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100617d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4100617d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4100617d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4100617d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4100617d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4100617d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4100617d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a2d6879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a2d6879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a2d6879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a2d6879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a2d68796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a2d6879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a2d68796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a2d68796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a2d68796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a2d68796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a2d68796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a2d68796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a2d68796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a2d68796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a2d6879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a2d6879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a2d68796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a2d68796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a2d68796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a2d68796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a2d68796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a2d68796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a2d68796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a2d68796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a2d68796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a2d68796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a2d68796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a2d68796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a2d68796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a2d68796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a2d68796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a2d6879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a2d68796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a2d68796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546a48e0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546a48e0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a2d68796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a2d68796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a2d68796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a2d68796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a2d68796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a2d68796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a2d68796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a2d68796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a2d68796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a2d68796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a2d68796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a2d68796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a2d68796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a2d68796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a2d68796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ca2d68796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43e10db5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43e10db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43e10db5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43e10db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43e10db5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43e10db5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43e10db5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43e10db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43e10db5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43e10db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43e10db5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43e10db5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Relationship Id="rId5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7.jpg"/><Relationship Id="rId5" Type="http://schemas.openxmlformats.org/officeDocument/2006/relationships/hyperlink" Target="http://drive.google.com/file/d/1k64so9IFiJBiKKpkHlqxd4ZpZaZ7MC1S/view" TargetMode="External"/><Relationship Id="rId6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Relationship Id="rId4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Relationship Id="rId4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Relationship Id="rId4" Type="http://schemas.openxmlformats.org/officeDocument/2006/relationships/image" Target="../media/image3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jpg"/><Relationship Id="rId4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Relationship Id="rId4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jpg"/><Relationship Id="rId4" Type="http://schemas.openxmlformats.org/officeDocument/2006/relationships/image" Target="../media/image4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jpg"/><Relationship Id="rId4" Type="http://schemas.openxmlformats.org/officeDocument/2006/relationships/image" Target="../media/image3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jpg"/><Relationship Id="rId4" Type="http://schemas.openxmlformats.org/officeDocument/2006/relationships/image" Target="../media/image47.jpg"/><Relationship Id="rId5" Type="http://schemas.openxmlformats.org/officeDocument/2006/relationships/image" Target="../media/image4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jpg"/><Relationship Id="rId4" Type="http://schemas.openxmlformats.org/officeDocument/2006/relationships/image" Target="../media/image4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jpg"/><Relationship Id="rId4" Type="http://schemas.openxmlformats.org/officeDocument/2006/relationships/image" Target="../media/image43.jpg"/><Relationship Id="rId5" Type="http://schemas.openxmlformats.org/officeDocument/2006/relationships/image" Target="../media/image4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3.jpg"/><Relationship Id="rId4" Type="http://schemas.openxmlformats.org/officeDocument/2006/relationships/image" Target="../media/image50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6.jpg"/><Relationship Id="rId4" Type="http://schemas.openxmlformats.org/officeDocument/2006/relationships/image" Target="../media/image6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jpg"/><Relationship Id="rId4" Type="http://schemas.openxmlformats.org/officeDocument/2006/relationships/image" Target="../media/image6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5.jpg"/><Relationship Id="rId4" Type="http://schemas.openxmlformats.org/officeDocument/2006/relationships/image" Target="../media/image5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 Trabajo Final</a:t>
            </a:r>
            <a:endParaRPr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25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Ciclo 1 - 19/02/2026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CP-REG-07 Registro con número de teléfono ya registrado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50" y="892575"/>
            <a:ext cx="1807150" cy="401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400" y="943657"/>
            <a:ext cx="1807150" cy="40159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>
            <a:off x="2428725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CP-REG-02 Registro con correo electrónico inválido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47" y="1017725"/>
            <a:ext cx="1694576" cy="376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CP-REG-03 Registro con correo electrónico ya registrado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75" y="870375"/>
            <a:ext cx="1821499" cy="4047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6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69" y="870375"/>
            <a:ext cx="1844156" cy="409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CP-REG-04 Registro con correo electrónico vacío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75" y="861875"/>
            <a:ext cx="1827124" cy="406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CP-REG-01 Registro exitoso con email válido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4825"/>
          <a:stretch/>
        </p:blipFill>
        <p:spPr>
          <a:xfrm>
            <a:off x="3166325" y="1066225"/>
            <a:ext cx="1876225" cy="3968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8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p18"/>
          <p:cNvPicPr preferRelativeResize="0"/>
          <p:nvPr/>
        </p:nvPicPr>
        <p:blipFill rotWithShape="1">
          <a:blip r:embed="rId4">
            <a:alphaModFix/>
          </a:blip>
          <a:srcRect b="0" l="0" r="0" t="3660"/>
          <a:stretch/>
        </p:blipFill>
        <p:spPr>
          <a:xfrm>
            <a:off x="426650" y="1017725"/>
            <a:ext cx="1876225" cy="401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>
            <a:off x="5177525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4825"/>
          <a:stretch/>
        </p:blipFill>
        <p:spPr>
          <a:xfrm>
            <a:off x="5906000" y="1066175"/>
            <a:ext cx="1876225" cy="396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CP-REG-05 Registro con código de confirmación no válido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97" y="843050"/>
            <a:ext cx="1840174" cy="408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CP-REG-06 Registro con código de confirmación vacío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48" y="843050"/>
            <a:ext cx="1867000" cy="414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CP-REG-09 Registro con contraseña menor a 6 caracteres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0" t="4076"/>
          <a:stretch/>
        </p:blipFill>
        <p:spPr>
          <a:xfrm>
            <a:off x="366100" y="955525"/>
            <a:ext cx="1901500" cy="40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 rotWithShape="1">
          <a:blip r:embed="rId4">
            <a:alphaModFix/>
          </a:blip>
          <a:srcRect b="0" l="0" r="0" t="4067"/>
          <a:stretch/>
        </p:blipFill>
        <p:spPr>
          <a:xfrm>
            <a:off x="2894275" y="974250"/>
            <a:ext cx="1901500" cy="40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CP-REG-10 Registro con contraseña inválida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 rotWithShape="1">
          <a:blip r:embed="rId3">
            <a:alphaModFix/>
          </a:blip>
          <a:srcRect b="0" l="0" r="0" t="4461"/>
          <a:stretch/>
        </p:blipFill>
        <p:spPr>
          <a:xfrm>
            <a:off x="392425" y="1017725"/>
            <a:ext cx="1831050" cy="388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 rotWithShape="1">
          <a:blip r:embed="rId4">
            <a:alphaModFix/>
          </a:blip>
          <a:srcRect b="0" l="0" r="0" t="4370"/>
          <a:stretch/>
        </p:blipFill>
        <p:spPr>
          <a:xfrm>
            <a:off x="3262375" y="1017725"/>
            <a:ext cx="1866226" cy="3965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2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1" name="Google Shape;121;p22" title="WhatsApp Video 2026-02-24 at 20.20.59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2225" y="742625"/>
            <a:ext cx="1904151" cy="4231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CP-REG-08 Registro con nombre de usuario ya existente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75" y="904400"/>
            <a:ext cx="1831775" cy="4070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CP-REG-11 Registro con contraseña vacía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5" y="1220799"/>
            <a:ext cx="9143999" cy="277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259725" y="4193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Bug: No llegó el correo con el código de verificación.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CP-LOG-01 Inicio de sesión exitoso con credenciales válidas (con email)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750" y="829538"/>
            <a:ext cx="1868625" cy="4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550" y="829550"/>
            <a:ext cx="1868625" cy="4152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5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CP-LOG-02 Inicio de sesión exitoso con credenciales válidas (con usuario)</a:t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25" y="885625"/>
            <a:ext cx="1780751" cy="3957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6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7300" y="885675"/>
            <a:ext cx="1817150" cy="403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CP-LOG-03 Inicio de sesión con contraseña incorrecta</a:t>
            </a:r>
            <a:endParaRPr/>
          </a:p>
        </p:txBody>
      </p:sp>
      <p:cxnSp>
        <p:nvCxnSpPr>
          <p:cNvPr id="156" name="Google Shape;156;p27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850" y="837875"/>
            <a:ext cx="1814774" cy="4032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75" y="843075"/>
            <a:ext cx="1814774" cy="403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CP-LOG-05 Inicio de sesión con email no registrado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00" y="919700"/>
            <a:ext cx="1818101" cy="4040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8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400" y="919719"/>
            <a:ext cx="1818101" cy="4040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CP-LOG-06 Inicio de sesión con campo email/usuario vacío</a:t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75" y="895925"/>
            <a:ext cx="1791875" cy="398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CP-LOG-07 Inicio de sesión con campo contraseña vacío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69" y="1017725"/>
            <a:ext cx="1748556" cy="388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CP-REC-01 Visualización de la opción para recuperar contraseña</a:t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97" y="850875"/>
            <a:ext cx="1828226" cy="406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/>
          <p:nvPr/>
        </p:nvSpPr>
        <p:spPr>
          <a:xfrm>
            <a:off x="1772175" y="2701275"/>
            <a:ext cx="809100" cy="195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CP-REC-02 Acceso al formulario de recuperación de contraseña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25" y="802250"/>
            <a:ext cx="1885151" cy="418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CP-REC-03 Envío de recuperación con correo válido</a:t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 rotWithShape="1">
          <a:blip r:embed="rId3">
            <a:alphaModFix/>
          </a:blip>
          <a:srcRect b="0" l="0" r="0" t="3873"/>
          <a:stretch/>
        </p:blipFill>
        <p:spPr>
          <a:xfrm>
            <a:off x="392625" y="847400"/>
            <a:ext cx="1881950" cy="4020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33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9" name="Google Shape;199;p33"/>
          <p:cNvPicPr preferRelativeResize="0"/>
          <p:nvPr/>
        </p:nvPicPr>
        <p:blipFill rotWithShape="1">
          <a:blip r:embed="rId4">
            <a:alphaModFix/>
          </a:blip>
          <a:srcRect b="0" l="0" r="0" t="5168"/>
          <a:stretch/>
        </p:blipFill>
        <p:spPr>
          <a:xfrm>
            <a:off x="3160225" y="782700"/>
            <a:ext cx="2009923" cy="42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CP-REC-05 Envío del correo de recuperación de contraseña</a:t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00" y="1664050"/>
            <a:ext cx="74961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CP-REC-06 Acceso al enlace de recuperación de contraseña 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38" y="1093500"/>
            <a:ext cx="863305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CP-REC-04 Restricción de envío sin correo</a:t>
            </a:r>
            <a:endParaRPr/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50" y="904425"/>
            <a:ext cx="1747426" cy="388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CP-LOGOUT-01 Visualización de la opción cerrar sesión</a:t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99" y="838900"/>
            <a:ext cx="1856599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7"/>
          <p:cNvSpPr/>
          <p:nvPr/>
        </p:nvSpPr>
        <p:spPr>
          <a:xfrm>
            <a:off x="997250" y="4540650"/>
            <a:ext cx="809100" cy="195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CP-LOGOUT-02 Cierre de sesión exitoso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50" y="853350"/>
            <a:ext cx="1851500" cy="41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8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3" name="Google Shape;23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368" y="853350"/>
            <a:ext cx="1886508" cy="419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CP-LOGOUT-03 Restricción de acceso luego del logout</a:t>
            </a:r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75" y="768200"/>
            <a:ext cx="1908124" cy="4240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CP-FEED-01 Visualización del feed</a:t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23" y="759675"/>
            <a:ext cx="1919101" cy="426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CP-FEED-02 Desplazamiento correcto por el feed</a:t>
            </a:r>
            <a:endParaRPr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000" y="836300"/>
            <a:ext cx="1813849" cy="40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175" y="836300"/>
            <a:ext cx="1813849" cy="40307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41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CP-POST-01 Creación de publicación con imagen válida</a:t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 rotWithShape="1">
          <a:blip r:embed="rId3">
            <a:alphaModFix/>
          </a:blip>
          <a:srcRect b="0" l="0" r="0" t="4342"/>
          <a:stretch/>
        </p:blipFill>
        <p:spPr>
          <a:xfrm>
            <a:off x="311700" y="742625"/>
            <a:ext cx="2018126" cy="42901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42"/>
          <p:cNvCxnSpPr/>
          <p:nvPr/>
        </p:nvCxnSpPr>
        <p:spPr>
          <a:xfrm>
            <a:off x="2444850" y="28988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1" name="Google Shape;261;p42"/>
          <p:cNvPicPr preferRelativeResize="0"/>
          <p:nvPr/>
        </p:nvPicPr>
        <p:blipFill rotWithShape="1">
          <a:blip r:embed="rId4">
            <a:alphaModFix/>
          </a:blip>
          <a:srcRect b="0" l="0" r="0" t="4187"/>
          <a:stretch/>
        </p:blipFill>
        <p:spPr>
          <a:xfrm>
            <a:off x="3104975" y="752108"/>
            <a:ext cx="2018126" cy="4296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42"/>
          <p:cNvCxnSpPr/>
          <p:nvPr/>
        </p:nvCxnSpPr>
        <p:spPr>
          <a:xfrm>
            <a:off x="5254175" y="28860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3" name="Google Shape;263;p42"/>
          <p:cNvPicPr preferRelativeResize="0"/>
          <p:nvPr/>
        </p:nvPicPr>
        <p:blipFill rotWithShape="1">
          <a:blip r:embed="rId5">
            <a:alphaModFix/>
          </a:blip>
          <a:srcRect b="0" l="0" r="0" t="3725"/>
          <a:stretch/>
        </p:blipFill>
        <p:spPr>
          <a:xfrm>
            <a:off x="5930350" y="728920"/>
            <a:ext cx="2018126" cy="4317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42"/>
          <p:cNvCxnSpPr/>
          <p:nvPr/>
        </p:nvCxnSpPr>
        <p:spPr>
          <a:xfrm>
            <a:off x="8140125" y="288275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CP-POST-01 Creación de publicación con imagen válida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3">
            <a:alphaModFix/>
          </a:blip>
          <a:srcRect b="0" l="0" r="0" t="3344"/>
          <a:stretch/>
        </p:blipFill>
        <p:spPr>
          <a:xfrm>
            <a:off x="377075" y="785225"/>
            <a:ext cx="1945924" cy="417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/>
          <p:nvPr/>
        </p:nvSpPr>
        <p:spPr>
          <a:xfrm>
            <a:off x="426650" y="4344800"/>
            <a:ext cx="1881900" cy="13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43"/>
          <p:cNvCxnSpPr/>
          <p:nvPr/>
        </p:nvCxnSpPr>
        <p:spPr>
          <a:xfrm>
            <a:off x="2553825" y="287330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3" name="Google Shape;273;p43"/>
          <p:cNvPicPr preferRelativeResize="0"/>
          <p:nvPr/>
        </p:nvPicPr>
        <p:blipFill rotWithShape="1">
          <a:blip r:embed="rId4">
            <a:alphaModFix/>
          </a:blip>
          <a:srcRect b="0" l="0" r="0" t="4187"/>
          <a:stretch/>
        </p:blipFill>
        <p:spPr>
          <a:xfrm>
            <a:off x="3329750" y="755863"/>
            <a:ext cx="1990600" cy="423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CP-POST-02 Error al crear publicación sin imagen</a:t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3">
            <a:alphaModFix/>
          </a:blip>
          <a:srcRect b="0" l="0" r="0" t="4671"/>
          <a:stretch/>
        </p:blipFill>
        <p:spPr>
          <a:xfrm>
            <a:off x="395150" y="844825"/>
            <a:ext cx="1964849" cy="416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CP-POST-03 Crear publicación sin descripción</a:t>
            </a:r>
            <a:endParaRPr/>
          </a:p>
        </p:txBody>
      </p:sp>
      <p:pic>
        <p:nvPicPr>
          <p:cNvPr id="285" name="Google Shape;285;p45"/>
          <p:cNvPicPr preferRelativeResize="0"/>
          <p:nvPr/>
        </p:nvPicPr>
        <p:blipFill rotWithShape="1">
          <a:blip r:embed="rId3">
            <a:alphaModFix/>
          </a:blip>
          <a:srcRect b="0" l="0" r="0" t="3175"/>
          <a:stretch/>
        </p:blipFill>
        <p:spPr>
          <a:xfrm>
            <a:off x="396550" y="802250"/>
            <a:ext cx="1986075" cy="4273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45"/>
          <p:cNvCxnSpPr/>
          <p:nvPr/>
        </p:nvCxnSpPr>
        <p:spPr>
          <a:xfrm>
            <a:off x="2553825" y="287330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7" name="Google Shape;287;p45"/>
          <p:cNvPicPr preferRelativeResize="0"/>
          <p:nvPr/>
        </p:nvPicPr>
        <p:blipFill rotWithShape="1">
          <a:blip r:embed="rId4">
            <a:alphaModFix/>
          </a:blip>
          <a:srcRect b="0" l="0" r="0" t="3855"/>
          <a:stretch/>
        </p:blipFill>
        <p:spPr>
          <a:xfrm>
            <a:off x="3192225" y="802250"/>
            <a:ext cx="1986075" cy="4243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5"/>
          <p:cNvPicPr preferRelativeResize="0"/>
          <p:nvPr/>
        </p:nvPicPr>
        <p:blipFill rotWithShape="1">
          <a:blip r:embed="rId5">
            <a:alphaModFix/>
          </a:blip>
          <a:srcRect b="0" l="0" r="0" t="4205"/>
          <a:stretch/>
        </p:blipFill>
        <p:spPr>
          <a:xfrm>
            <a:off x="6083275" y="809969"/>
            <a:ext cx="1986075" cy="4227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45"/>
          <p:cNvCxnSpPr/>
          <p:nvPr/>
        </p:nvCxnSpPr>
        <p:spPr>
          <a:xfrm>
            <a:off x="5358238" y="287330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CP-POST-04 Error al subir imagen con formato inválido</a:t>
            </a:r>
            <a:endParaRPr/>
          </a:p>
        </p:txBody>
      </p:sp>
      <p:pic>
        <p:nvPicPr>
          <p:cNvPr id="295" name="Google Shape;295;p46"/>
          <p:cNvPicPr preferRelativeResize="0"/>
          <p:nvPr/>
        </p:nvPicPr>
        <p:blipFill rotWithShape="1">
          <a:blip r:embed="rId3">
            <a:alphaModFix/>
          </a:blip>
          <a:srcRect b="0" l="0" r="0" t="3846"/>
          <a:stretch/>
        </p:blipFill>
        <p:spPr>
          <a:xfrm>
            <a:off x="373600" y="853325"/>
            <a:ext cx="1900975" cy="406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CP-POST-05 Cancelar creación de publicación</a:t>
            </a:r>
            <a:endParaRPr/>
          </a:p>
        </p:txBody>
      </p:sp>
      <p:pic>
        <p:nvPicPr>
          <p:cNvPr id="301" name="Google Shape;301;p47"/>
          <p:cNvPicPr preferRelativeResize="0"/>
          <p:nvPr/>
        </p:nvPicPr>
        <p:blipFill rotWithShape="1">
          <a:blip r:embed="rId3">
            <a:alphaModFix/>
          </a:blip>
          <a:srcRect b="0" l="0" r="0" t="4342"/>
          <a:stretch/>
        </p:blipFill>
        <p:spPr>
          <a:xfrm>
            <a:off x="403475" y="810775"/>
            <a:ext cx="1964776" cy="417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CP-POST-06 Eliminar una publicación existente</a:t>
            </a:r>
            <a:endParaRPr/>
          </a:p>
        </p:txBody>
      </p:sp>
      <p:pic>
        <p:nvPicPr>
          <p:cNvPr id="307" name="Google Shape;307;p48"/>
          <p:cNvPicPr preferRelativeResize="0"/>
          <p:nvPr/>
        </p:nvPicPr>
        <p:blipFill rotWithShape="1">
          <a:blip r:embed="rId3">
            <a:alphaModFix/>
          </a:blip>
          <a:srcRect b="0" l="0" r="0" t="3697"/>
          <a:stretch/>
        </p:blipFill>
        <p:spPr>
          <a:xfrm>
            <a:off x="408450" y="813757"/>
            <a:ext cx="1964776" cy="420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CP-SEGUIR-01 Búsqueda de usuario existente</a:t>
            </a:r>
            <a:endParaRPr/>
          </a:p>
        </p:txBody>
      </p:sp>
      <p:pic>
        <p:nvPicPr>
          <p:cNvPr id="313" name="Google Shape;313;p49"/>
          <p:cNvPicPr preferRelativeResize="0"/>
          <p:nvPr/>
        </p:nvPicPr>
        <p:blipFill rotWithShape="1">
          <a:blip r:embed="rId3">
            <a:alphaModFix/>
          </a:blip>
          <a:srcRect b="0" l="0" r="0" t="3679"/>
          <a:stretch/>
        </p:blipFill>
        <p:spPr>
          <a:xfrm>
            <a:off x="375650" y="861825"/>
            <a:ext cx="1904800" cy="4077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49"/>
          <p:cNvCxnSpPr/>
          <p:nvPr/>
        </p:nvCxnSpPr>
        <p:spPr>
          <a:xfrm>
            <a:off x="2553825" y="287330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5" name="Google Shape;315;p49"/>
          <p:cNvPicPr preferRelativeResize="0"/>
          <p:nvPr/>
        </p:nvPicPr>
        <p:blipFill rotWithShape="1">
          <a:blip r:embed="rId4">
            <a:alphaModFix/>
          </a:blip>
          <a:srcRect b="0" l="0" r="0" t="3855"/>
          <a:stretch/>
        </p:blipFill>
        <p:spPr>
          <a:xfrm>
            <a:off x="3236492" y="811600"/>
            <a:ext cx="1955434" cy="417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CP-SEGUIR-02 Acceso al perfil desde búsqueda</a:t>
            </a:r>
            <a:endParaRPr/>
          </a:p>
        </p:txBody>
      </p:sp>
      <p:pic>
        <p:nvPicPr>
          <p:cNvPr id="321" name="Google Shape;321;p50"/>
          <p:cNvPicPr preferRelativeResize="0"/>
          <p:nvPr/>
        </p:nvPicPr>
        <p:blipFill rotWithShape="1">
          <a:blip r:embed="rId3">
            <a:alphaModFix/>
          </a:blip>
          <a:srcRect b="0" l="0" r="0" t="4012"/>
          <a:stretch/>
        </p:blipFill>
        <p:spPr>
          <a:xfrm>
            <a:off x="418550" y="861850"/>
            <a:ext cx="1958200" cy="417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CP-SEGUIR-03 Seguir usuario desde su perfil</a:t>
            </a:r>
            <a:endParaRPr/>
          </a:p>
        </p:txBody>
      </p:sp>
      <p:pic>
        <p:nvPicPr>
          <p:cNvPr id="327" name="Google Shape;327;p51"/>
          <p:cNvPicPr preferRelativeResize="0"/>
          <p:nvPr/>
        </p:nvPicPr>
        <p:blipFill rotWithShape="1">
          <a:blip r:embed="rId3">
            <a:alphaModFix/>
          </a:blip>
          <a:srcRect b="0" l="0" r="0" t="4351"/>
          <a:stretch/>
        </p:blipFill>
        <p:spPr>
          <a:xfrm>
            <a:off x="421147" y="796325"/>
            <a:ext cx="1941152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1"/>
          <p:cNvSpPr/>
          <p:nvPr/>
        </p:nvSpPr>
        <p:spPr>
          <a:xfrm>
            <a:off x="1159075" y="1832650"/>
            <a:ext cx="809100" cy="195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1"/>
          <p:cNvSpPr/>
          <p:nvPr/>
        </p:nvSpPr>
        <p:spPr>
          <a:xfrm>
            <a:off x="452203" y="2880075"/>
            <a:ext cx="1866300" cy="1507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CP-SEGUIR-04 Dejar de seguir a un usuario</a:t>
            </a:r>
            <a:endParaRPr/>
          </a:p>
        </p:txBody>
      </p:sp>
      <p:pic>
        <p:nvPicPr>
          <p:cNvPr id="335" name="Google Shape;335;p52"/>
          <p:cNvPicPr preferRelativeResize="0"/>
          <p:nvPr/>
        </p:nvPicPr>
        <p:blipFill rotWithShape="1">
          <a:blip r:embed="rId3">
            <a:alphaModFix/>
          </a:blip>
          <a:srcRect b="0" l="0" r="0" t="4507"/>
          <a:stretch/>
        </p:blipFill>
        <p:spPr>
          <a:xfrm>
            <a:off x="416675" y="827775"/>
            <a:ext cx="1957424" cy="41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2"/>
          <p:cNvPicPr preferRelativeResize="0"/>
          <p:nvPr/>
        </p:nvPicPr>
        <p:blipFill rotWithShape="1">
          <a:blip r:embed="rId4">
            <a:alphaModFix/>
          </a:blip>
          <a:srcRect b="0" l="0" r="0" t="3697"/>
          <a:stretch/>
        </p:blipFill>
        <p:spPr>
          <a:xfrm>
            <a:off x="3251525" y="810145"/>
            <a:ext cx="1957424" cy="4189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52"/>
          <p:cNvCxnSpPr/>
          <p:nvPr/>
        </p:nvCxnSpPr>
        <p:spPr>
          <a:xfrm>
            <a:off x="2553825" y="2873300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CP-DM-01 Acceder a la sección de mensajes directos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 b="0" l="0" r="0" t="4507"/>
          <a:stretch/>
        </p:blipFill>
        <p:spPr>
          <a:xfrm>
            <a:off x="400325" y="921475"/>
            <a:ext cx="1891274" cy="40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CP-DM-02 Iniciar una nueva conversación con un usuario</a:t>
            </a:r>
            <a:endParaRPr/>
          </a:p>
        </p:txBody>
      </p:sp>
      <p:pic>
        <p:nvPicPr>
          <p:cNvPr id="349" name="Google Shape;349;p54"/>
          <p:cNvPicPr preferRelativeResize="0"/>
          <p:nvPr/>
        </p:nvPicPr>
        <p:blipFill rotWithShape="1">
          <a:blip r:embed="rId3">
            <a:alphaModFix/>
          </a:blip>
          <a:srcRect b="0" l="0" r="0" t="3846"/>
          <a:stretch/>
        </p:blipFill>
        <p:spPr>
          <a:xfrm>
            <a:off x="384850" y="887400"/>
            <a:ext cx="1904099" cy="406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CP-DM-04 Restricción de mensaje vacío</a:t>
            </a:r>
            <a:endParaRPr/>
          </a:p>
        </p:txBody>
      </p:sp>
      <p:pic>
        <p:nvPicPr>
          <p:cNvPr id="355" name="Google Shape;355;p55"/>
          <p:cNvPicPr preferRelativeResize="0"/>
          <p:nvPr/>
        </p:nvPicPr>
        <p:blipFill rotWithShape="1">
          <a:blip r:embed="rId3">
            <a:alphaModFix/>
          </a:blip>
          <a:srcRect b="0" l="0" r="0" t="3846"/>
          <a:stretch/>
        </p:blipFill>
        <p:spPr>
          <a:xfrm>
            <a:off x="403350" y="785200"/>
            <a:ext cx="1987774" cy="424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5"/>
          <p:cNvPicPr preferRelativeResize="0"/>
          <p:nvPr/>
        </p:nvPicPr>
        <p:blipFill rotWithShape="1">
          <a:blip r:embed="rId4">
            <a:alphaModFix/>
          </a:blip>
          <a:srcRect b="0" l="0" r="0" t="4342"/>
          <a:stretch/>
        </p:blipFill>
        <p:spPr>
          <a:xfrm>
            <a:off x="3048425" y="836275"/>
            <a:ext cx="1974074" cy="41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CP-DM-03 Envío de mensaje de texto</a:t>
            </a:r>
            <a:endParaRPr/>
          </a:p>
        </p:txBody>
      </p:sp>
      <p:cxnSp>
        <p:nvCxnSpPr>
          <p:cNvPr id="362" name="Google Shape;362;p56"/>
          <p:cNvCxnSpPr/>
          <p:nvPr/>
        </p:nvCxnSpPr>
        <p:spPr>
          <a:xfrm>
            <a:off x="2649525" y="2895938"/>
            <a:ext cx="545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3" name="Google Shape;363;p56"/>
          <p:cNvPicPr preferRelativeResize="0"/>
          <p:nvPr/>
        </p:nvPicPr>
        <p:blipFill rotWithShape="1">
          <a:blip r:embed="rId3">
            <a:alphaModFix/>
          </a:blip>
          <a:srcRect b="0" l="0" r="0" t="3697"/>
          <a:stretch/>
        </p:blipFill>
        <p:spPr>
          <a:xfrm>
            <a:off x="3439275" y="785191"/>
            <a:ext cx="1974074" cy="4224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6"/>
          <p:cNvPicPr preferRelativeResize="0"/>
          <p:nvPr/>
        </p:nvPicPr>
        <p:blipFill rotWithShape="1">
          <a:blip r:embed="rId4">
            <a:alphaModFix/>
          </a:blip>
          <a:srcRect b="0" l="0" r="0" t="4039"/>
          <a:stretch/>
        </p:blipFill>
        <p:spPr>
          <a:xfrm>
            <a:off x="430800" y="800457"/>
            <a:ext cx="1974074" cy="4209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Verdana"/>
                <a:ea typeface="Verdana"/>
                <a:cs typeface="Verdana"/>
                <a:sym typeface="Verdana"/>
              </a:rPr>
              <a:t>CP-DM-05 Visualización del historial de la conversación</a:t>
            </a:r>
            <a:endParaRPr/>
          </a:p>
        </p:txBody>
      </p:sp>
      <p:pic>
        <p:nvPicPr>
          <p:cNvPr id="370" name="Google Shape;370;p57"/>
          <p:cNvPicPr preferRelativeResize="0"/>
          <p:nvPr/>
        </p:nvPicPr>
        <p:blipFill rotWithShape="1">
          <a:blip r:embed="rId3">
            <a:alphaModFix/>
          </a:blip>
          <a:srcRect b="0" l="0" r="0" t="3846"/>
          <a:stretch/>
        </p:blipFill>
        <p:spPr>
          <a:xfrm>
            <a:off x="426925" y="904425"/>
            <a:ext cx="1896100" cy="40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